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86D-72C5-4036-A8F2-AE07556D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785" y="3078702"/>
            <a:ext cx="8361229" cy="2098226"/>
          </a:xfrm>
        </p:spPr>
        <p:txBody>
          <a:bodyPr/>
          <a:lstStyle/>
          <a:p>
            <a:r>
              <a:rPr lang="vi-V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bệnh tiểu đường (Pima Indians Diabetes)</a:t>
            </a:r>
            <a:br>
              <a:rPr lang="vi-VN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854A6-E75D-7C40-272C-B94B7C5AC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91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1C69-776C-E0D8-831F-1425D832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199FEE-B39F-E5F6-3213-6438262F2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084" y="4383957"/>
            <a:ext cx="11434916" cy="2474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BE156-9912-A18C-EFC3-55206C4B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358" y="78658"/>
            <a:ext cx="7068536" cy="427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4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D696-7835-1D75-E01F-EE4C4BC0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A18AD2-3B3B-F61B-9D06-92A05D80B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120" y="2942438"/>
            <a:ext cx="7184944" cy="3915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6C6C53-06DB-2906-9695-6DA6B6CA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120" y="124575"/>
            <a:ext cx="7184944" cy="28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4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EAA3-F3B3-A2EA-EC53-7FFB2BD8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35E4-6EF6-8622-0368-D3096C022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D9D84-124F-00A6-081E-5D1CE21CC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-67129"/>
            <a:ext cx="6567948" cy="4477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8B1DF0-D59F-0306-94D3-DE6860930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091" y="2551149"/>
            <a:ext cx="6921909" cy="432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298C-9B89-1C52-CDB8-AF33DF32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5DF06A-EB2C-3774-03A5-AC966284D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924" y="3588774"/>
            <a:ext cx="11484076" cy="3269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AF95F-1845-8208-E2DC-C92B7B61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995" y="0"/>
            <a:ext cx="6516009" cy="35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85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6108-EC5F-05CD-4786-200E01E9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7C61-79E6-D459-EE22-52A6C37A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D8655-B445-1E29-0EF7-051C0F4B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89" y="1897011"/>
            <a:ext cx="9391401" cy="306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1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CD9A-92ED-1F7E-E2C6-D8C3E6D3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D96711-5F97-A361-19A5-FBD5AA775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838" y="4419907"/>
            <a:ext cx="11479162" cy="2438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524A9-9E24-9765-A513-E1CFCD54C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64" y="0"/>
            <a:ext cx="7278116" cy="441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2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06D7-3234-9687-1E84-83EABDC5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AA9D76-4A97-7890-8E60-1D9D170A6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703" y="4768645"/>
            <a:ext cx="11475298" cy="2075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0E15CC-91B8-FA86-8461-DC33FC962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331" y="13979"/>
            <a:ext cx="4410691" cy="475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8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2A9D-E846-D5D4-BFEE-CFE5FD25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F250-3195-0B81-575A-CF965EB8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209BA-F41E-CFC2-061B-CEFA483C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759" y="442452"/>
            <a:ext cx="6229894" cy="1984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9373F-59F1-8EFE-CC7F-583234D06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94" y="2426892"/>
            <a:ext cx="11462706" cy="440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9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67F5-F60D-DF1A-46A1-302F56EF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D817F6-21F2-0209-490B-18E3DF71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04A8DC-63E6-4327-B6BC-7828FFDC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474551"/>
            <a:ext cx="11464413" cy="59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89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A03-4722-477D-7787-134CF64D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CA3B23-7F4C-19C6-FEF8-16CB6C81D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587" y="1201994"/>
            <a:ext cx="11464413" cy="445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48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C1C1-CB84-08DD-2978-C08BD24E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7E9F2-CF5B-FAED-F539-721C07B49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982" y="182105"/>
            <a:ext cx="10776224" cy="649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32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B573-0CEC-4A47-7387-98C580FC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EECDB-E28D-B234-21C6-78D2DB1B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CF030-9CAA-3718-3BF9-D519FC92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1157748"/>
            <a:ext cx="11474245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16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076B-19CA-D540-5310-FDC8ED4E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304972-5675-36FB-488D-3086B2CF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B40C9F-90FB-71AE-D0DB-C1C3DB05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955" y="990600"/>
            <a:ext cx="7964011" cy="3393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9A460C-8CE4-BE4F-05E1-5F64FC15C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3" y="4383958"/>
            <a:ext cx="11484077" cy="24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8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5F69-2D9E-D254-5375-E30C4C5D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94C5-F68E-D525-62FE-437D5DB9F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BE2B4-5271-C293-016C-AC52F64CC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278832"/>
            <a:ext cx="11464413" cy="416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0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4063-BDA9-A41C-7396-EF731853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09B34-8681-BADC-B64C-0217E5EB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2C2837-747D-8D59-A494-B942E08C64CF}"/>
              </a:ext>
            </a:extLst>
          </p:cNvPr>
          <p:cNvSpPr txBox="1">
            <a:spLocks/>
          </p:cNvSpPr>
          <p:nvPr/>
        </p:nvSpPr>
        <p:spPr>
          <a:xfrm>
            <a:off x="1295400" y="21717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5D9BD-B45D-4012-564F-4C025384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91" y="1771037"/>
            <a:ext cx="7212553" cy="291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39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A2FD-A5D6-CEFB-F27C-A06E1C6F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0878-9D51-71F4-5485-4D258483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D98E6-6B81-2444-8229-373ED419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488" y="0"/>
            <a:ext cx="9699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0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74FC-A116-000F-4AFD-60F62B72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4E36-CF21-7763-7E23-78945104B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65672-F7FC-36D1-63BD-17E1947C5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066" y="0"/>
            <a:ext cx="7821116" cy="3851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F1510-39BC-ECA4-7224-E7DE471F8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68" y="3778391"/>
            <a:ext cx="11461732" cy="307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39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EE14-CABF-F1C9-86B6-8D9BADF7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3421-3EEE-E2AF-B2CB-19994F91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48E1D-E4E9-981D-091E-22C93E0DF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11" y="0"/>
            <a:ext cx="8535591" cy="3458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0FBFC-9943-E16B-3B4A-04D9A04A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880" y="3399943"/>
            <a:ext cx="634385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9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BF46-E45C-B1B5-4E6D-494A1DE6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84C44-6CFE-3B3E-0151-1EF97429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38B53E-3895-E438-F856-FD2BB0FCB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782893"/>
            <a:ext cx="11484077" cy="529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43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7792-2A86-CE0B-4132-2F73C171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5F69-D076-0567-6A38-826573CF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0E317-0949-5384-3653-E7E49515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1305231"/>
            <a:ext cx="10160975" cy="405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318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{E7A62E73-35FA-44C7-B879-0129FBBCD58E}TFc3084226-2d0c-440f-9f46-6b48c7a7f670e6ba4a85-fc4a2881d6b3</Template>
  <TotalTime>68</TotalTime>
  <Words>11</Words>
  <Application>Microsoft Office PowerPoint</Application>
  <PresentationFormat>Widescreen</PresentationFormat>
  <Paragraphs>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Franklin Gothic Book</vt:lpstr>
      <vt:lpstr>Times New Roman</vt:lpstr>
      <vt:lpstr>Crop</vt:lpstr>
      <vt:lpstr>Phân loại bệnh tiểu đường (Pima Indians Diabetes)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Hữu Tấn</dc:creator>
  <cp:lastModifiedBy>Hữu Tấn</cp:lastModifiedBy>
  <cp:revision>1</cp:revision>
  <dcterms:created xsi:type="dcterms:W3CDTF">2025-09-29T06:23:12Z</dcterms:created>
  <dcterms:modified xsi:type="dcterms:W3CDTF">2025-09-29T09:21:59Z</dcterms:modified>
</cp:coreProperties>
</file>